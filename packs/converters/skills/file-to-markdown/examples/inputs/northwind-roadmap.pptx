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theme" Target="theme/them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>
  <c:chart>
    <c:plotArea>
      <c:barChart>
        <c:barDir val="col"/>
      </c:barChart>
    </c:plotArea>
  </c:chart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US"/>
              <a:t>Mention the two pilot customers by segment, not by name.</a:t>
            </a:r>
          </a:p>
          <a:p>
            <a:endParaRPr lang="en-US"/>
          </a:p>
          <a:p>
            <a:r>
              <a:rPr lang="en-US"/>
              <a:t>Pause for questions here.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737360"/>
            <a:ext cx="11094720" cy="17373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4720" cy="1463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2000">
                <a:solidFill>
                  <a:srgbClr val="595959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72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4720" cy="51206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72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325880"/>
            <a:ext cx="1109472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  <p:cxnSp>
        <p:nvCxnSpPr>
          <p:cNvPr id="4" name="Title Rule"/>
          <p:cNvCxnSpPr/>
          <p:nvPr userDrawn="1"/>
        </p:nvCxnSpPr>
        <p:spPr>
          <a:xfrm>
            <a:off x="640080" y="1280160"/>
            <a:ext cx="10972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8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lnSpc>
          <a:spcPct val="100000"/>
        </a:lnSpc>
        <a:spcBef>
          <a:spcPts val="200"/>
        </a:spcBef>
        <a:buFont typeface="Arial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Northwind Q3 roadmap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Product review, 12 October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shipped</a:t>
            </a:r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4720" cy="1229360"/>
          </a:xfrm>
        </p:spPr>
        <p:txBody>
          <a:bodyPr wrap="square" lIns="91440" tIns="45720" rIns="91440" bIns="45720" anchor="t">
            <a:normAutofit/>
          </a:bodyPr>
          <a:lstStyle/>
          <a:p>
            <a:pPr marL="342900" indent="-342900" lvl="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lang="en-US" sz="2000" b="1"/>
              <a:t>Self-serve onboarding</a:t>
            </a:r>
            <a:endParaRPr lang="en-US" sz="2000"/>
          </a:p>
          <a:p>
            <a:pPr marL="685800" indent="-274320" lvl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Arial"/>
              <a:buChar char="–"/>
            </a:pPr>
            <a:r>
              <a:rPr lang="en-US" sz="1800"/>
              <a:t>Cut setup time from 3 days to 4 hours</a:t>
            </a:r>
            <a:endParaRPr lang="en-US" sz="1800"/>
          </a:p>
          <a:p>
            <a:pPr marL="342900" indent="-342900" lvl="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lang="en-US" sz="2000"/>
              <a:t>Usage-based billing</a:t>
            </a:r>
            <a:endParaRPr lang="en-US" sz="2000"/>
          </a:p>
        </p:txBody>
      </p:sp>
      <p:pic>
        <p:nvPicPr>
          <p:cNvPr id="4" name="Picture 3" descr="Shipped featu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664968"/>
            <a:ext cx="1524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Adoption</a:t>
            </a:r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4720" cy="497840"/>
          </a:xfrm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000"/>
              <a:t>Source: product analytics, Sept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Deck">
      <a:dk1>
        <a:srgbClr val="222222"/>
      </a:dk1>
      <a:lt1>
        <a:srgbClr val="FFFFFF"/>
      </a:lt1>
      <a:dk2>
        <a:srgbClr val="1F3864"/>
      </a:dk2>
      <a:lt2>
        <a:srgbClr val="E7E6E6"/>
      </a:lt2>
      <a:accent1>
        <a:srgbClr val="1F3864"/>
      </a:accent1>
      <a:accent2>
        <a:srgbClr val="2E75B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ck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ck notes">
  <a:themeElements>
    <a:clrScheme name="Deck notes">
      <a:dk1>
        <a:srgbClr val="222222"/>
      </a:dk1>
      <a:lt1>
        <a:srgbClr val="FFFFFF"/>
      </a:lt1>
      <a:dk2>
        <a:srgbClr val="1F3864"/>
      </a:dk2>
      <a:lt2>
        <a:srgbClr val="E7E6E6"/>
      </a:lt2>
      <a:accent1>
        <a:srgbClr val="1F3864"/>
      </a:accent1>
      <a:accent2>
        <a:srgbClr val="2E75B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ck note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ck 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md_to_pptx.py</Application>
  <Slides>3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Q3 roadmap</dc:title>
  <dc:creator/>
  <dcterms:created xsi:type="dcterms:W3CDTF">2026-10-27T18:47:09Z</dcterms:created>
  <dcterms:modified xsi:type="dcterms:W3CDTF">2026-10-27T18:47:09Z</dcterms:modified>
</cp:coreProperties>
</file>