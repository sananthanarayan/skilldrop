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Members (thousands)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</c:v>
                </c:pt>
                <c:pt idx="1">
                  <c:v>124</c:v>
                </c:pt>
                <c:pt idx="2">
                  <c:v>131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 bookings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Start</c:v>
                </c:pt>
                <c:pt idx="1">
                  <c:v>Pick slot</c:v>
                </c:pt>
                <c:pt idx="2">
                  <c:v>Confirm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71</c:v>
                </c:pt>
                <c:pt idx="2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After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8.4</c:v>
                </c:pt>
                <c:pt idx="1">
                  <c:v>6.1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2: lead with the wait-time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3: growth is mostly the Harbour clinic.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4: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5: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6: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7: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8: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9: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10: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12: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13: keep this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Northwind Q3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the product council</a:t>
            </a:r>
          </a:p>
          <a:p>
            <a:r>
              <a:t>30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Booking wait down from 9 days to 6</a:t>
            </a:r>
          </a:p>
          <a:p>
            <a:r>
              <a:t>Call answer time missed target in August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Member 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members asked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reminders</a:t>
            </a:r>
          </a:p>
          <a:p>
            <a:r>
              <a:t>Booking without a phone call</a:t>
            </a:r>
          </a:p>
          <a:p>
            <a:r>
              <a:t>Shorter hold times</a:t>
            </a:r>
          </a:p>
        </p:txBody>
      </p:sp>
      <p:pic>
        <p:nvPicPr>
          <p:cNvPr id="4" name="Picture 3" descr="tmp_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114800"/>
            <a:ext cx="4064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1: faster booking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booking for all clinics by November</a:t>
            </a:r>
          </a:p>
          <a:p>
            <a:r>
              <a:t>Same-day slots shown first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Booking funnel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2: 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reminders 48 hours and 2 hours before</a:t>
            </a:r>
          </a:p>
          <a:p>
            <a:r>
              <a:t>Opt-out on every message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Reminder pilot results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3: call centre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extra Monday shifts</a:t>
            </a:r>
          </a:p>
          <a:p>
            <a:r>
              <a:t>Call-back instead of hold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Hire 4 agents in October</a:t>
            </a:r>
          </a:p>
          <a:p>
            <a:r>
              <a:t>Cross-train 6 clinic staff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Vendor contract for SMS not signed</a:t>
            </a:r>
          </a:p>
          <a:p>
            <a:r>
              <a:t>Riverside clinic still on the old scheduler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Scheduler upgrade (IT)</a:t>
            </a:r>
          </a:p>
          <a:p>
            <a:r>
              <a:t>SMS vendor security review (Security)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October: SMS pilot at Riverside</a:t>
            </a:r>
          </a:p>
          <a:p>
            <a:r>
              <a:t>November: online booking everywhere</a:t>
            </a:r>
          </a:p>
          <a:p>
            <a:r>
              <a:t>December: call-back live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Approve SMS vendor spend of $42,000</a:t>
            </a:r>
          </a:p>
          <a:p>
            <a:r>
              <a:t>Agree the Monday staffing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