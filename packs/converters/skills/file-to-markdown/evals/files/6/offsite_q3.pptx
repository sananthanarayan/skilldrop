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Regions!$B$1</c:f>
              <c:strCache>
                <c:ptCount val="1"/>
                <c:pt idx="0">
                  <c:v>Q3 revenue (GBP k)</c:v>
                </c:pt>
              </c:strCache>
            </c:strRef>
          </c:tx>
          <c:cat>
            <c:strRef>
              <c:f>Regions!$A$2:$A$4</c:f>
              <c:strCache>
                <c:ptCount val="3"/>
                <c:pt idx="0">
                  <c:v>EMEA</c:v>
                </c:pt>
                <c:pt idx="1">
                  <c:v>North America</c:v>
                </c:pt>
                <c:pt idx="2">
                  <c:v>LATAM</c:v>
                </c:pt>
              </c:strCache>
            </c:strRef>
          </c:cat>
          <c:val>
            <c:numRef>
              <c:f>Regions!$B$2:$B$4</c:f>
              <c:numCache>
                <c:formatCode>General</c:formatCode>
                <c:ptCount val="3"/>
                <c:pt idx="0">
                  <c:v>120</c:v>
                </c:pt>
                <c:pt idx="1">
                  <c:v>140</c:v>
                </c:pt>
                <c:pt idx="2">
                  <c:v>160</c:v>
                </c:pt>
              </c:numCache>
            </c:numRef>
          </c:val>
        </c:ser>
        <c:axId val="111"/>
        <c:axId val="222"/>
      </c:bar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 dirty="0"/>
              <a:t>Thank the Wakefield warehouse team for the peak-season cover before we start.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 dirty="0"/>
              <a:t>Chart is the Regions tab in numbers.xlsx.</a:t>
            </a:r>
          </a:p>
          <a:p>
            <a:r>
              <a:rPr lang="en-GB" dirty="0"/>
              <a:t>The real story: North America only beat plan because of the one-off Kestrel Sports order (£35k). Strip that out and NA is at 105 against a plan of 130.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 dirty="0"/>
              <a:t>Do NOT put the £250k in the board pack - finance hasn't signed it off. Say 'target under review'.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Q3 Offsite: Where We Landed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Brightwater Outdoor Co. - Commercial team</a:t>
            </a:r>
          </a:p>
          <a:p>
            <a:r>
              <a:rPr lang="en-GB" dirty="0"/>
              <a:t>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Revenue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GB" dirty="0"/>
              <a:t>EMEA and North America both ahead of plan</a:t>
            </a:r>
          </a:p>
          <a:p>
            <a:r>
              <a:rPr lang="en-GB" dirty="0"/>
              <a:t>LATAM up on last quarter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6400800" y="1825625"/>
          <a:ext cx="4953000" cy="43513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APAC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Soft launch in Singapore in Q1 2027</a:t>
            </a:r>
          </a:p>
          <a:p>
            <a:r>
              <a:rPr lang="en-GB" dirty="0"/>
              <a:t>First-year revenue target: £250k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Q3 Offsite</dc:title>
  <dc:creator>Sarah Pemberton</dc:creator>
  <dcterms:created xsi:type="dcterms:W3CDTF">2026-10-21T08:00:00Z</dcterms:created>
</cp:coreProperties>
</file>